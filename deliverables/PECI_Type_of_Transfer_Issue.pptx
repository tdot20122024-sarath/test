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5eba954-6de4-e5de-7bd1-2597956d0a3c}">
          <p14:sldIdLst>
            <p14:sldId id="256"/>
          </p14:sldIdLst>
        </p14:section>
        <p14:section name="Issues" id="{47b2dd35-7a08-c3e3-ffbf-8ffa2dcb2bcd}">
          <p14:sldIdLst>
            <p14:sldId id="257"/>
            <p14:sldId id="258"/>
            <p14:sldId id="259"/>
          </p14:sldIdLst>
        </p14:section>
        <p14:section name="Next" id="{522b9c6b-a7be-5777-d2aa-22463e4be70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and pros/cons are in the separate one-pager.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PECI Type of Transfer Issue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Findings from testing: Type_Of_Transfer and Service_Date_01 in the PECI output to ADP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logic works; the PECI output does not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Type_Of_Transfer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7160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Inconsistent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calculated field returns the right value in reports, but PECI drops it, splits it into extra events, or sends 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Service_Date_01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137160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828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Works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issues in the logic. The PECI output is correct.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Performance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1371600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828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Both fields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fields read Worker History / Worker Events – Completed, which PECI handles poorly.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Type_Of_Transfer: four exceptions seen in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07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PCO events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report shows Permanent IA, but PECI leaves Type_Of_Transfer out of the XML.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07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PCO after return from assignment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PECI sends 2 events: a PCO without the field, then a DTA with Permanent 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First Primary / pay-period runs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37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Type_Of_Transfer is sent for almost all employees in the DTA sequence, with value NA.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926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PCI events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337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Results vary: Permanent IA in some runs, NA in others.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a–b: individual test runs   ·   c–d: full and pay-period runs   ·   Rebuilding the field on the Change Job BP did not fix 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Performance: history lookups slow PECI down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Root cause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fields use Worker History / Worker Events – Completed to get the result.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286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Impact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68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PECI does not handle these fields well inside calculated fields.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2860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progress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468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Testing Workday's recommendations. Each test checks that output stays the same.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Options under review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1. Document Transformation before delivery to ADP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 G2 file load for impacted records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3. Manual fix of impacted records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CI Issue">
  <a:themeElements>
    <a:clrScheme name="PECI Issue">
      <a:dk1>
        <a:srgbClr val="1F2933"/>
      </a:dk1>
      <a:lt1>
        <a:srgbClr val="FFFFFF"/>
      </a:lt1>
      <a:dk2>
        <a:srgbClr val="21295C"/>
      </a:dk2>
      <a:lt2>
        <a:srgbClr val="EEF1F6"/>
      </a:lt2>
      <a:accent1>
        <a:srgbClr val="065A82"/>
      </a:accent1>
      <a:accent2>
        <a:srgbClr val="C8553D"/>
      </a:accent2>
      <a:accent3>
        <a:srgbClr val="2A9D8F"/>
      </a:accent3>
      <a:accent4>
        <a:srgbClr val="E9A23B"/>
      </a:accent4>
      <a:accent5>
        <a:srgbClr val="5C677D"/>
      </a:accent5>
      <a:accent6>
        <a:srgbClr val="8E9AAF"/>
      </a:accent6>
      <a:hlink>
        <a:srgbClr val="065A82"/>
      </a:hlink>
      <a:folHlink>
        <a:srgbClr val="5C677D"/>
      </a:folHlink>
    </a:clrScheme>
    <a:fontScheme name="PECI Iss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PECI Type of Transfer Issue</dc:title>
  <dc:subject>PptxGenJS Presentation</dc:subject>
  <dc:creator>PptxGenJS</dc:creator>
  <cp:lastModifiedBy>PptxGenJS</cp:lastModifiedBy>
  <cp:revision>1</cp:revision>
  <dcterms:created xsi:type="dcterms:W3CDTF">2026-10-26T08:31:55Z</dcterms:created>
  <dcterms:modified xsi:type="dcterms:W3CDTF">2026-10-26T08:31:55Z</dcterms:modified>
</cp:coreProperties>
</file>